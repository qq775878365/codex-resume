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ang\WorkBuddy\2026-06-03-12-49-14\ai-agent-intro\slides\slide-01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ang\WorkBuddy\2026-06-03-12-49-14\ai-agent-intro\slides\slide-02-contex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ang\WorkBuddy\2026-06-03-12-49-14\ai-agent-intro\slides\slide-03-cap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ang\WorkBuddy\2026-06-03-12-49-14\ai-agent-intro\slides\slide-04-scenari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hang\WorkBuddy\2026-06-03-12-49-14\ai-agent-intro\slides\slide-05-clo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2026-06-03T06:17:35Z</dcterms:created>
  <dcterms:modified xsi:type="dcterms:W3CDTF">2026-06-03T06:17:35Z</dcterms:modified>
</cp:coreProperties>
</file>